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E913853-B0A4-3D27-BBFA-7561009CC181}">
          <p14:sldIdLst>
            <p14:sldId id="256"/>
            <p14:sldId id="257"/>
            <p14:sldId id="258"/>
          </p14:sldIdLst>
        </p14:section>
        <p14:section name="Modules" id="{7C5542CF-1599-5A81-C322-053907D5974E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Wrap-up" id="{9332768B-95AF-8469-D4C3-908A9101BF3D}">
          <p14:sldIdLst>
            <p14:sldId id="265"/>
          </p14:sldIdLst>
        </p14:section>
        <p14:section name="Evidence" id="{D814BB00-F0D6-91EC-FB9E-F94211D436F6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1" d="100"/>
          <a:sy n="81" d="100"/>
        </p:scale>
        <p:origin x="-56" y="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2C2703-F890-4D85-8C00-C5AE8F196FA2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6FCADA-4343-4816-8B70-56A3CFDDE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96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2F41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567C8D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731520" y="2103120"/>
            <a:ext cx="67665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5" hasCustomPrompt="1"/>
          </p:nvPr>
        </p:nvSpPr>
        <p:spPr>
          <a:xfrm>
            <a:off x="731520" y="3749040"/>
            <a:ext cx="6766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C8D9E6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2F41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6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F41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C8D9E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DULE"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2F4156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2011680"/>
            <a:ext cx="29260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393192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C8D9E6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6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6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/>
          </p:nvPr>
        </p:nvSpPr>
        <p:spPr>
          <a:xfrm>
            <a:off x="731520" y="210312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VENDING MACHINE CONTROLLER SIMULATOR</a:t>
            </a: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5"/>
          </p:nvPr>
        </p:nvSpPr>
        <p:spPr>
          <a:xfrm>
            <a:off x="731520" y="3749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C8D9E6"/>
                </a:solidFill>
              </a:rPr>
              <a:t>Problem Solving Using Programming (JAVA)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377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Student Name: Bhavya  |  Roll No: </a:t>
            </a:r>
            <a:r>
              <a:rPr lang="en-US" sz="1600" dirty="0" smtClean="0">
                <a:solidFill>
                  <a:srgbClr val="FFFFFF"/>
                </a:solidFill>
              </a:rPr>
              <a:t>2620030161</a:t>
            </a:r>
            <a:endParaRPr lang="en-US" sz="1600" dirty="0"/>
          </a:p>
          <a:p>
            <a:pPr marL="0" indent="0">
              <a:buNone/>
            </a:pPr>
            <a:r>
              <a:rPr lang="en-US" sz="1600" dirty="0" smtClean="0">
                <a:solidFill>
                  <a:srgbClr val="FFFFFF"/>
                </a:solidFill>
              </a:rPr>
              <a:t>Student Name: </a:t>
            </a:r>
            <a:r>
              <a:rPr lang="en-US" sz="1600" dirty="0" err="1" smtClean="0">
                <a:solidFill>
                  <a:srgbClr val="FFFFFF"/>
                </a:solidFill>
              </a:rPr>
              <a:t>Akash</a:t>
            </a:r>
            <a:r>
              <a:rPr lang="en-US" sz="1600" dirty="0" smtClean="0">
                <a:solidFill>
                  <a:srgbClr val="FFFFFF"/>
                </a:solidFill>
              </a:rPr>
              <a:t>  </a:t>
            </a:r>
            <a:r>
              <a:rPr lang="en-US" sz="1600" dirty="0">
                <a:solidFill>
                  <a:srgbClr val="FFFFFF"/>
                </a:solidFill>
              </a:rPr>
              <a:t>|  </a:t>
            </a:r>
            <a:r>
              <a:rPr lang="en-US" sz="1600" dirty="0" smtClean="0">
                <a:solidFill>
                  <a:srgbClr val="FFFFFF"/>
                </a:solidFill>
              </a:rPr>
              <a:t>Roll No: 2620030182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67C8D"/>
                </a:solidFill>
              </a:rPr>
              <a:t>PROJECT OVERVIEW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/>
          </p:nvPr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F41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6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1417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67C8D"/>
                </a:solidFill>
              </a:rPr>
              <a:t>A menu-driven Java console application that simulates common vending machine operations.</a:t>
            </a:r>
            <a:endParaRPr lang="en-US" sz="1800" dirty="0"/>
          </a:p>
        </p:txBody>
      </p:sp>
      <p:sp>
        <p:nvSpPr>
          <p:cNvPr id="5" name="Goal panel"/>
          <p:cNvSpPr/>
          <p:nvPr/>
        </p:nvSpPr>
        <p:spPr>
          <a:xfrm>
            <a:off x="640080" y="2194560"/>
            <a:ext cx="3931920" cy="3840480"/>
          </a:xfrm>
          <a:prstGeom prst="roundRect">
            <a:avLst>
              <a:gd name="adj" fmla="val 2857"/>
            </a:avLst>
          </a:prstGeom>
          <a:solidFill>
            <a:srgbClr val="2F4156"/>
          </a:solidFill>
          <a:ln w="12700">
            <a:solidFill>
              <a:srgbClr val="2F41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8D9E6"/>
                </a:solidFill>
              </a:rPr>
              <a:t>CORE GOAL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1752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 product selection, payment, inventory updates, and safe purchase validation.</a:t>
            </a:r>
            <a:endParaRPr lang="en-US" sz="2400" dirty="0"/>
          </a:p>
        </p:txBody>
      </p:sp>
      <p:sp>
        <p:nvSpPr>
          <p:cNvPr id="8" name="Card"/>
          <p:cNvSpPr/>
          <p:nvPr/>
        </p:nvSpPr>
        <p:spPr>
          <a:xfrm>
            <a:off x="4846320" y="2194560"/>
            <a:ext cx="66751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8D9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66360" y="24231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67C8D"/>
                </a:solidFill>
              </a:rPr>
              <a:t>WHAT THE SYSTEM DOES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88036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F4156"/>
                </a:solidFill>
              </a:rPr>
              <a:t>The Vending Machine Controller Simulator lets a user view products, insert money, purchase items, check balance, restock inventory, and identify low-stock products.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4846320" y="4251960"/>
            <a:ext cx="66751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8D9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66360" y="44805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67C8D"/>
                </a:solidFill>
              </a:rPr>
              <a:t>JAVA CONCEPTS IN PRACTICE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493776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F4156"/>
                </a:solidFill>
              </a:rPr>
              <a:t>The project applies Java foundations, control flow, methods, arrays, object-oriented programming, strings, exception handling, and the Stream API to manage products and purchases.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6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67C8D"/>
                </a:solidFill>
              </a:rPr>
              <a:t>PROBLEM &amp; SOLUTION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/>
          </p:nvPr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F41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Problem Statement</a:t>
            </a:r>
            <a:endParaRPr lang="en-US" sz="36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1417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67C8D"/>
                </a:solidFill>
              </a:rPr>
              <a:t>Why a vending machine needs reliable product, stock, and payment checks.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640080" y="2103120"/>
            <a:ext cx="53035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8D9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331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67C8D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8892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F4156"/>
                </a:solidFill>
              </a:rPr>
              <a:t>Manual tracking of product availability, prices, and payments can lead to errors. Purchases must be blocked when stock or balance is insufficient.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6217920" y="2103120"/>
            <a:ext cx="5303520" cy="2331720"/>
          </a:xfrm>
          <a:prstGeom prst="roundRect">
            <a:avLst>
              <a:gd name="adj" fmla="val 4706"/>
            </a:avLst>
          </a:prstGeom>
          <a:solidFill>
            <a:srgbClr val="567C8D"/>
          </a:solidFill>
          <a:ln w="12700">
            <a:solidFill>
              <a:srgbClr val="567C8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2331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8D9E6"/>
                </a:solidFill>
              </a:rPr>
              <a:t>OUR SOLUTION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78892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A menu-driven Java program displays products, accepts money, validates purchases, updates stock and balance, supports restocking, and reports low-stock items.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67C8D"/>
                </a:solidFill>
              </a:rPr>
              <a:t>MAIN FUNCTIONS</a:t>
            </a:r>
            <a:endParaRPr lang="en-US" sz="1400" dirty="0"/>
          </a:p>
        </p:txBody>
      </p:sp>
      <p:sp>
        <p:nvSpPr>
          <p:cNvPr id="12" name="Function chip"/>
          <p:cNvSpPr/>
          <p:nvPr/>
        </p:nvSpPr>
        <p:spPr>
          <a:xfrm>
            <a:off x="640080" y="507492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2F4156"/>
          </a:solidFill>
          <a:ln w="12700">
            <a:solidFill>
              <a:srgbClr val="2F41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507492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D9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507492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View products</a:t>
            </a:r>
            <a:endParaRPr lang="en-US" sz="1600" dirty="0"/>
          </a:p>
        </p:txBody>
      </p:sp>
      <p:sp>
        <p:nvSpPr>
          <p:cNvPr id="15" name="Function chip"/>
          <p:cNvSpPr/>
          <p:nvPr/>
        </p:nvSpPr>
        <p:spPr>
          <a:xfrm>
            <a:off x="3383280" y="507492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2F4156"/>
          </a:solidFill>
          <a:ln w="12700">
            <a:solidFill>
              <a:srgbClr val="2F415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20440" y="507492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D9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507492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Insert money &amp; purchase</a:t>
            </a:r>
            <a:endParaRPr lang="en-US" sz="1600" dirty="0"/>
          </a:p>
        </p:txBody>
      </p:sp>
      <p:sp>
        <p:nvSpPr>
          <p:cNvPr id="18" name="Function chip"/>
          <p:cNvSpPr/>
          <p:nvPr/>
        </p:nvSpPr>
        <p:spPr>
          <a:xfrm>
            <a:off x="6126480" y="507492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2F4156"/>
          </a:solidFill>
          <a:ln w="12700">
            <a:solidFill>
              <a:srgbClr val="2F415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507492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D9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507492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Check balance</a:t>
            </a:r>
            <a:endParaRPr lang="en-US" sz="1600" dirty="0"/>
          </a:p>
        </p:txBody>
      </p:sp>
      <p:sp>
        <p:nvSpPr>
          <p:cNvPr id="21" name="Function chip"/>
          <p:cNvSpPr/>
          <p:nvPr/>
        </p:nvSpPr>
        <p:spPr>
          <a:xfrm>
            <a:off x="8869680" y="507492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2F4156"/>
          </a:solidFill>
          <a:ln w="12700">
            <a:solidFill>
              <a:srgbClr val="2F415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06840" y="507492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D9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9646920" y="507492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Restock / low stock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6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8D9E6"/>
                </a:solidFill>
              </a:rPr>
              <a:t>CO 1  /  MODULE 1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/>
          </p:nvPr>
        </p:nvSpPr>
        <p:spPr>
          <a:xfrm>
            <a:off x="502920" y="20116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1  |  From Problem to Program</a:t>
            </a: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3"/>
          </p:nvPr>
        </p:nvSpPr>
        <p:spPr>
          <a:xfrm>
            <a:off x="502920" y="39319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8D9E6"/>
                </a:solidFill>
              </a:rPr>
              <a:t>Computational Thinking &amp; Java Foundations</a:t>
            </a:r>
            <a:endParaRPr lang="en-US" sz="1800" dirty="0"/>
          </a:p>
        </p:txBody>
      </p:sp>
      <p:graphicFrame>
        <p:nvGraphicFramePr>
          <p:cNvPr id="5" name="Modu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548640"/>
          <a:ext cx="7589520" cy="566928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475488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C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TOPIC USED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C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PURPOSE IN OUR CODE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C8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Variables &amp; data types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Store product IDs and stock as int, prices and balance as double, and names as String.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Input and output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Scanner reads menu choices, amounts, product IDs, and quantities; println() and printf() show results.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Arithmetic &amp; assignment operators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Use + to add inserted money and - to subtract the product price from the balance.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Relational operators &amp; conditions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Compare product IDs and check whether stock is available or balance covers the price.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Scanner input &amp; formatted output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Read input with Scanner; format prices and balances using printf().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Validation and expressions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Validate positive amounts and quantities; typecasting and bitwise operators are not used in this version.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6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8D9E6"/>
                </a:solidFill>
              </a:rPr>
              <a:t>CO 2  /  MODULE 2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/>
          </p:nvPr>
        </p:nvSpPr>
        <p:spPr>
          <a:xfrm>
            <a:off x="502920" y="20116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2  |  Control Flow</a:t>
            </a: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3"/>
          </p:nvPr>
        </p:nvSpPr>
        <p:spPr>
          <a:xfrm>
            <a:off x="502920" y="39319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8D9E6"/>
                </a:solidFill>
              </a:rPr>
              <a:t>Selection, Loops &amp; Termination</a:t>
            </a:r>
            <a:endParaRPr lang="en-US" sz="1800" dirty="0"/>
          </a:p>
        </p:txBody>
      </p:sp>
      <p:graphicFrame>
        <p:nvGraphicFramePr>
          <p:cNvPr id="6" name="Modu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548640"/>
          <a:ext cx="7589520" cy="566928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475488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C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TOPIC USED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C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PURPOSE IN OUR CODE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C8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if conditions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Check product ID, stock availability, sufficient balance, and valid amounts.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switch, case &amp; default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Route the menu choice to view products, insert money, purchase, check balance, restock, low stock, or exit.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break and switch cases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Repeat the main menu until the user selects 0 to exit.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do-while loop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Traverse the product array to display products, search IDs, and list low-stock items.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for &amp; enhanced for loops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Each switch case performs one operation and ends with break.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Termination condition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The loop ends when choice == 0; invalid input is caught and the menu continues.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6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8D9E6"/>
                </a:solidFill>
              </a:rPr>
              <a:t>CO 3  /  MODULE 3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/>
          </p:nvPr>
        </p:nvSpPr>
        <p:spPr>
          <a:xfrm>
            <a:off x="502920" y="20116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3  |  Methods &amp; Arrays</a:t>
            </a: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3"/>
          </p:nvPr>
        </p:nvSpPr>
        <p:spPr>
          <a:xfrm>
            <a:off x="502920" y="39319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8D9E6"/>
                </a:solidFill>
              </a:rPr>
              <a:t>Decomposition with Methods, Recursion &amp; Arrays</a:t>
            </a:r>
            <a:endParaRPr lang="en-US" sz="1800" dirty="0"/>
          </a:p>
        </p:txBody>
      </p:sp>
      <p:graphicFrame>
        <p:nvGraphicFramePr>
          <p:cNvPr id="7" name="Modu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548640"/>
          <a:ext cx="7589520" cy="566928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475488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C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TOPIC USED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C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PURPOSE IN OUR CODE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C8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Modular methods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Separate product display, money insertion, purchasing, restocking, and low-stock reporting into methods.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Parameters &amp; return values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Pass product IDs, amounts, and quantities to methods; findProduct() returns a Product or null.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One-dimensional array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Product[] stores the four products and lets the program process them together.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Array traversal and search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Loops traverse products; findProduct() searches the array by product ID.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Recursion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Recursion is not implemented in the current version.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2D arrays and sorting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Two-dimensional arrays, method overloading, and sorting are not implemented in this version.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6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8D9E6"/>
                </a:solidFill>
              </a:rPr>
              <a:t>CO 4  /  MODULE 4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/>
          </p:nvPr>
        </p:nvSpPr>
        <p:spPr>
          <a:xfrm>
            <a:off x="502920" y="20116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4  |  OOP &amp; Exception Handling</a:t>
            </a: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3"/>
          </p:nvPr>
        </p:nvSpPr>
        <p:spPr>
          <a:xfrm>
            <a:off x="502920" y="39319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8D9E6"/>
                </a:solidFill>
              </a:rPr>
              <a:t>Object-Oriented Design &amp; Safe Error Handling</a:t>
            </a:r>
            <a:endParaRPr lang="en-US" sz="1800" dirty="0"/>
          </a:p>
        </p:txBody>
      </p:sp>
      <p:graphicFrame>
        <p:nvGraphicFramePr>
          <p:cNvPr id="8" name="Modu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548640"/>
          <a:ext cx="7589520" cy="566928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475488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C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TOPIC USED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C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PURPOSE IN OUR CODE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C8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Classes &amp; objects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Product stores item details; VendingMachine manages inventory and purchases; VendingMachineApp runs the menu.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Constructors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Product(...) initializes ID, name, price, and stock; VendingMachine() initializes inventory.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Encapsulation &amp; accessors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Private fields protect product details and balance; getters provide controlled access.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Validation &amp; exceptions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IllegalArgumentException and IllegalStateException reject invalid amounts, IDs, stock, and purchases.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try-catch handling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try-catch handles invalid numeric input and expected operation errors; inheritance and polymorphism are not implemented.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Safe state updates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Balance and stock are updated only after purchase checks pass.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6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8D9E6"/>
                </a:solidFill>
              </a:rPr>
              <a:t>CO 5  /  MODULE 5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/>
          </p:nvPr>
        </p:nvSpPr>
        <p:spPr>
          <a:xfrm>
            <a:off x="502920" y="20116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5  |  Strings, Search &amp; Libraries</a:t>
            </a: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3"/>
          </p:nvPr>
        </p:nvSpPr>
        <p:spPr>
          <a:xfrm>
            <a:off x="502920" y="39319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8D9E6"/>
                </a:solidFill>
              </a:rPr>
              <a:t>Strings, Searching &amp; Library Methods</a:t>
            </a:r>
            <a:endParaRPr lang="en-US" sz="1800" dirty="0"/>
          </a:p>
        </p:txBody>
      </p:sp>
      <p:graphicFrame>
        <p:nvGraphicFramePr>
          <p:cNvPr id="9" name="Modu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548640"/>
          <a:ext cx="7589520" cy="566928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475488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C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TOPIC USED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C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PURPOSE IN OUR CODE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C8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String operations &amp; validation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Read console input with nextLine().trim(); store product names and build status/error messages.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Concatenation &amp; formatting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Combine messages with product names; use String.format() and printf() to format output.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Product searching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findProduct() searches the Product[] array for a matching product ID; sorting is not implemented.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Java library methods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Use Arrays.stream() for low-stock filtering and standard String methods for input/output.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File input/output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File storage is not implemented; product inventory resets when the application restarts.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Future improvement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Add file I/O later to save inventory and transaction history between runs.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6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8D9E6"/>
                </a:solidFill>
              </a:rPr>
              <a:t>CO 6  /  MODULE 6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/>
          </p:nvPr>
        </p:nvSpPr>
        <p:spPr>
          <a:xfrm>
            <a:off x="502920" y="20116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6  |  Collections &amp; Streams</a:t>
            </a: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3"/>
          </p:nvPr>
        </p:nvSpPr>
        <p:spPr>
          <a:xfrm>
            <a:off x="502920" y="39319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8D9E6"/>
                </a:solidFill>
              </a:rPr>
              <a:t>Functional Programming with Streams</a:t>
            </a:r>
            <a:endParaRPr lang="en-US" sz="1800" dirty="0"/>
          </a:p>
        </p:txBody>
      </p:sp>
      <p:graphicFrame>
        <p:nvGraphicFramePr>
          <p:cNvPr id="10" name="Modu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548640"/>
          <a:ext cx="7589520" cy="566928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475488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C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TOPIC USED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C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PURPOSE IN OUR CODE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C8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Arrays and streams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Product[] stores inventory; Arrays.stream(products) creates a stream to process it.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Typed arrays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Product[] keeps all entries as Product objects; ArrayList, HashMap, and HashSet are not used.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Lambda expressions &amp; functional interfaces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product -&gt; product.getStock() &lt;= 2 filters products that have two or fewer items remaining.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Stream terminal operation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toArray(Product[]::new) collects the filtered products into an array.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Stream filter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filter() selects low-stock products for display; map() and collect() are not used.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67C8D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156"/>
                          </a:solidFill>
                        </a:rPr>
                        <a:t>Why it is useful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156"/>
                          </a:solidFill>
                        </a:rPr>
                        <a:t>The Stream API makes low-stock filtering concise and readable; collection classes are future scope.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6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8D9E6"/>
                </a:solidFill>
              </a:rPr>
              <a:t>WRAP-UP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/>
          </p:nvPr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1417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D9E6"/>
                </a:solidFill>
              </a:rPr>
              <a:t>What the project demonstrates.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640080" y="2194560"/>
            <a:ext cx="5303520" cy="2834640"/>
          </a:xfrm>
          <a:prstGeom prst="roundRect">
            <a:avLst>
              <a:gd name="adj" fmla="val 3871"/>
            </a:avLst>
          </a:prstGeom>
          <a:solidFill>
            <a:srgbClr val="3E566B"/>
          </a:solidFill>
          <a:ln w="12700">
            <a:solidFill>
              <a:srgbClr val="567C8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23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8D9E6"/>
                </a:solidFill>
              </a:rPr>
              <a:t>PROJECT OUTCOME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88036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The simulator combines product display, money insertion, purchasing, balance checks, restocking, and low-stock reporting in one Java application.</a:t>
            </a:r>
            <a:endParaRPr lang="en-US" sz="1700" dirty="0"/>
          </a:p>
        </p:txBody>
      </p:sp>
      <p:sp>
        <p:nvSpPr>
          <p:cNvPr id="8" name="Card"/>
          <p:cNvSpPr/>
          <p:nvPr/>
        </p:nvSpPr>
        <p:spPr>
          <a:xfrm>
            <a:off x="6217920" y="2194560"/>
            <a:ext cx="5303520" cy="2834640"/>
          </a:xfrm>
          <a:prstGeom prst="roundRect">
            <a:avLst>
              <a:gd name="adj" fmla="val 3871"/>
            </a:avLst>
          </a:prstGeom>
          <a:solidFill>
            <a:srgbClr val="3E566B"/>
          </a:solidFill>
          <a:ln w="12700">
            <a:solidFill>
              <a:srgbClr val="567C8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2423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8D9E6"/>
                </a:solidFill>
              </a:rPr>
              <a:t>POSSIBLE FUTURE IMPROVEMENTS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88036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Add file-based inventory, transaction history, refunds/change, a graphical interface, database storage, and polymorphism.</a:t>
            </a:r>
            <a:endParaRPr lang="en-US" sz="1700" dirty="0"/>
          </a:p>
        </p:txBody>
      </p:sp>
      <p:sp>
        <p:nvSpPr>
          <p:cNvPr id="11" name="Summary banner"/>
          <p:cNvSpPr/>
          <p:nvPr/>
        </p:nvSpPr>
        <p:spPr>
          <a:xfrm>
            <a:off x="640080" y="530352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C8D9E6"/>
          </a:solidFill>
          <a:ln w="12700">
            <a:solidFill>
              <a:srgbClr val="C8D9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53035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4156"/>
                </a:solidFill>
              </a:rPr>
              <a:t>Overall, the project applies core Java concepts to simulate vending machine operations and inventory control.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C8D9E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202419" y="12309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 smtClean="0"/>
              <a:t>OUTPUT SCREENSHOTS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6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805" y="854612"/>
            <a:ext cx="10991850" cy="573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F41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LINK &amp; GEO-TAG PHOTO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1417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67C8D"/>
                </a:solidFill>
              </a:rPr>
              <a:t>Project: Vending Machine Controller Simulator</a:t>
            </a:r>
            <a:endParaRPr lang="en-US" sz="1800" dirty="0"/>
          </a:p>
        </p:txBody>
      </p:sp>
      <p:graphicFrame>
        <p:nvGraphicFramePr>
          <p:cNvPr id="15" name="Link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937837"/>
              </p:ext>
            </p:extLst>
          </p:nvPr>
        </p:nvGraphicFramePr>
        <p:xfrm>
          <a:off x="640080" y="2103120"/>
          <a:ext cx="10881360" cy="3840480"/>
        </p:xfrm>
        <a:graphic>
          <a:graphicData uri="http://schemas.openxmlformats.org/drawingml/2006/table">
            <a:tbl>
              <a:tblPr/>
              <a:tblGrid>
                <a:gridCol w="3291840"/>
                <a:gridCol w="7589520"/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GitHub Repository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C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Number of Commits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6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 smtClean="0">
                          <a:solidFill>
                            <a:srgbClr val="2F4156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Geo-tag Photo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C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Code file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6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F4156"/>
                          </a:solidFill>
                        </a:rPr>
                        <a:t>VendingMachineApp.java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Compile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C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F4156"/>
                          </a:solidFill>
                        </a:rPr>
                        <a:t>javac VendingMachineApp.java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Run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6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F4156"/>
                          </a:solidFill>
                        </a:rPr>
                        <a:t>java VendingMachineApp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6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ending Blue">
  <a:themeElements>
    <a:clrScheme name="Vending Blue">
      <a:dk1>
        <a:srgbClr val="2F4156"/>
      </a:dk1>
      <a:lt1>
        <a:srgbClr val="FFFFFF"/>
      </a:lt1>
      <a:dk2>
        <a:srgbClr val="567C8D"/>
      </a:dk2>
      <a:lt2>
        <a:srgbClr val="F5EFEB"/>
      </a:lt2>
      <a:accent1>
        <a:srgbClr val="567C8D"/>
      </a:accent1>
      <a:accent2>
        <a:srgbClr val="C8D9E6"/>
      </a:accent2>
      <a:accent3>
        <a:srgbClr val="2F4156"/>
      </a:accent3>
      <a:accent4>
        <a:srgbClr val="7FA3B8"/>
      </a:accent4>
      <a:accent5>
        <a:srgbClr val="3E566B"/>
      </a:accent5>
      <a:accent6>
        <a:srgbClr val="E8F0F5"/>
      </a:accent6>
      <a:hlink>
        <a:srgbClr val="567C8D"/>
      </a:hlink>
      <a:folHlink>
        <a:srgbClr val="7FA3B8"/>
      </a:folHlink>
    </a:clrScheme>
    <a:fontScheme name="Vending Bl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1192</Words>
  <Application>Microsoft Office PowerPoint</Application>
  <PresentationFormat>Custom</PresentationFormat>
  <Paragraphs>217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Vending Blue</vt:lpstr>
      <vt:lpstr> VENDING MACHINE CONTROLLER SIMULATOR</vt:lpstr>
      <vt:lpstr>Abstract</vt:lpstr>
      <vt:lpstr>Understanding the Problem Statement</vt:lpstr>
      <vt:lpstr>CO 1  |  From Problem to Program</vt:lpstr>
      <vt:lpstr>CO 2  |  Control Flow</vt:lpstr>
      <vt:lpstr>CO 3  |  Methods &amp; Arrays</vt:lpstr>
      <vt:lpstr>CO 4  |  OOP &amp; Exception Handling</vt:lpstr>
      <vt:lpstr>CO 5  |  Strings, Search &amp; Libraries</vt:lpstr>
      <vt:lpstr>CO 6  |  Collections &amp; Streams</vt:lpstr>
      <vt:lpstr>Conclusion</vt:lpstr>
      <vt:lpstr>OUTPUT SCREENSHOTS</vt:lpstr>
      <vt:lpstr>GITHUB LINK &amp; GEO-TAG PHOTO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Vending Machine Controller Simulator</dc:title>
  <dc:subject>PptxGenJS Presentation</dc:subject>
  <dc:creator>PptxGenJS</dc:creator>
  <cp:lastModifiedBy>Bhavya Sri</cp:lastModifiedBy>
  <cp:revision>5</cp:revision>
  <dcterms:created xsi:type="dcterms:W3CDTF">2026-10-16T06:27:47Z</dcterms:created>
  <dcterms:modified xsi:type="dcterms:W3CDTF">2026-10-16T09:16:06Z</dcterms:modified>
</cp:coreProperties>
</file>